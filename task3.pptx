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76" d="100"/>
          <a:sy n="76" d="100"/>
        </p:scale>
        <p:origin x="77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26816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7225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6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2787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69150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864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75577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377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570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755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FC166C-93CE-4AA1-8908-D37CBB95D604}" type="datetimeFigureOut">
              <a:rPr lang="en-IN" smtClean="0"/>
              <a:t>01-07-2026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3361B4-3982-44C4-A73E-AD4B42C88AA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8825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94B7207-0102-0E18-E9CA-F4D5D9D95A99}"/>
              </a:ext>
            </a:extLst>
          </p:cNvPr>
          <p:cNvSpPr txBox="1"/>
          <p:nvPr/>
        </p:nvSpPr>
        <p:spPr>
          <a:xfrm>
            <a:off x="254136" y="90435"/>
            <a:ext cx="888735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=== KPI Calculations === Total Revenue: 382700.0 </a:t>
            </a:r>
          </a:p>
          <a:p>
            <a:r>
              <a:rPr lang="en-IN" sz="1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Average Age of Customers: 43.63 </a:t>
            </a:r>
          </a:p>
          <a:p>
            <a:r>
              <a:rPr lang="en-IN" sz="1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Top Product (Last 6 Months): Laptop </a:t>
            </a:r>
          </a:p>
          <a:p>
            <a:r>
              <a:rPr lang="en-IN" sz="1800" b="0" i="0" dirty="0">
                <a:solidFill>
                  <a:srgbClr val="1F1F1F"/>
                </a:solidFill>
                <a:effectLst/>
                <a:latin typeface="Courier New" panose="02070309020205020404" pitchFamily="49" charset="0"/>
              </a:rPr>
              <a:t>Monthly New Users (Latest Month): 10 </a:t>
            </a:r>
            <a:br>
              <a:rPr lang="en-IN" dirty="0"/>
            </a:b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4117638-ECFF-3988-CA7C-D96F915865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376" y="95679"/>
            <a:ext cx="4307394" cy="294416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DCA46A1-C33C-71F4-F1BC-7D3A5627B0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136" y="1567763"/>
            <a:ext cx="4177187" cy="255206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946D5EB-0ACB-91A0-493A-CC0717ABFAA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7087" y="1818753"/>
            <a:ext cx="2868598" cy="17685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A65AA55E-F812-613B-33E4-F60951568E0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0870" y="4378488"/>
            <a:ext cx="4039437" cy="2115784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6B52301F-5DF5-95A3-809F-7DC7B08B52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15894" y="4119825"/>
            <a:ext cx="3330984" cy="2261486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830B1E8-08DC-8849-C743-FF2A63023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1603" y="3587262"/>
            <a:ext cx="3658167" cy="286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3032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</TotalTime>
  <Words>31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Courier New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Itha</dc:creator>
  <cp:lastModifiedBy>Akshaya Itha</cp:lastModifiedBy>
  <cp:revision>1</cp:revision>
  <dcterms:created xsi:type="dcterms:W3CDTF">2026-07-01T08:50:51Z</dcterms:created>
  <dcterms:modified xsi:type="dcterms:W3CDTF">2026-07-01T09:41:05Z</dcterms:modified>
</cp:coreProperties>
</file>